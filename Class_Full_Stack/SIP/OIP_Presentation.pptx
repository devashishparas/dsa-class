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79" r:id="rId6"/>
    <p:sldId id="280" r:id="rId7"/>
    <p:sldId id="281" r:id="rId8"/>
    <p:sldId id="282" r:id="rId9"/>
    <p:sldId id="283" r:id="rId10"/>
    <p:sldId id="286" r:id="rId11"/>
    <p:sldId id="284" r:id="rId12"/>
    <p:sldId id="285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19" autoAdjust="0"/>
  </p:normalViewPr>
  <p:slideViewPr>
    <p:cSldViewPr snapToGrid="0">
      <p:cViewPr varScale="1">
        <p:scale>
          <a:sx n="157" d="100"/>
          <a:sy n="157" d="100"/>
        </p:scale>
        <p:origin x="15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2D6C4-AD43-E055-DE91-BAA488E3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F28A7-4269-C436-5F00-7BB817E12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8D7E4-DF0B-00CC-1020-44CB0F1EF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A3900-C31E-BB59-5886-E3533C2C6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046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9AD8-0C4C-9F49-3DA2-40291CF8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609E7-B9EE-4C4E-0D40-B5E781017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E14DA-0D50-DE8A-075B-F04C6E64F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EC064-FB3A-B561-A779-3D8F4F3BB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696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C4CA-C34E-2285-947B-365F9742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4D8C6-C32E-FCD3-B196-E5E9759E4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DEF64-2A6F-2158-F507-A30790722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ACAB9-BB57-322C-0B9A-89686D19A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904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ADBE-82BF-949B-2807-CA8BCCF8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9B5D1-6FE1-2491-0D87-697B3F56F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5CEA4-CAA1-F291-E9F3-0A746BC5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518B7-C4D3-D00D-EBDB-37B178381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9858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A009-0E26-AC2B-2679-3508D309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6EDF8-2ACD-51B1-7D2F-F87F75D35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661CF-1B5C-8630-D425-9A2136F0C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158C2-C4AA-ED9A-41F2-1B2354435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47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62F9-8643-90AC-2B45-99E58FCD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63AA4-D237-6A16-DA3D-85600971C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7B215-14A4-DDB6-6331-0FE065CD6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D67C0-D0E9-9247-DBE4-AF467A9A2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754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6516-85DF-563D-9A1E-A3089583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3E769-8AE2-6CCE-17EB-B018A72B0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0554E-F8F4-7C67-680C-7238EF3D9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E72D1-D501-D3E6-D8D9-FD9A1AA0D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192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D5DA4-FE13-11F2-FB41-C149A8DE2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8A7BC-09F2-3B68-C0C1-4B5F98FE9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CF66E-C71D-CB26-F6B4-5FA752BD3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7CEB9-E152-1E14-FC65-A6118419E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497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1.jpe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9104" y="1420484"/>
            <a:ext cx="3230880" cy="163970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/>
              <a:t>ONLINE </a:t>
            </a:r>
            <a:br>
              <a:rPr lang="en-US" sz="4000" dirty="0"/>
            </a:br>
            <a:r>
              <a:rPr lang="en-US" sz="4000" dirty="0"/>
              <a:t> INSURANCE </a:t>
            </a:r>
            <a:br>
              <a:rPr lang="en-US" sz="4000" dirty="0"/>
            </a:br>
            <a:r>
              <a:rPr lang="en-US" sz="4000" dirty="0"/>
              <a:t> 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0624" y="4157933"/>
            <a:ext cx="3157101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:- DEVASHISH PAR</a:t>
            </a:r>
            <a:r>
              <a:rPr lang="en-US" dirty="0"/>
              <a:t>AS</a:t>
            </a:r>
          </a:p>
          <a:p>
            <a:pPr algn="l"/>
            <a:r>
              <a:rPr lang="en-US" sz="2300" dirty="0"/>
              <a:t>SAGE University Indore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Why Insurance ?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400" dirty="0"/>
              <a:t> Reduces financial risk and uncertainty.</a:t>
            </a:r>
          </a:p>
          <a:p>
            <a:endParaRPr lang="en-US" sz="2400" dirty="0"/>
          </a:p>
          <a:p>
            <a:r>
              <a:rPr lang="en-US" sz="2400" dirty="0"/>
              <a:t> Protects individuals and families from unexpected losses.</a:t>
            </a:r>
          </a:p>
          <a:p>
            <a:endParaRPr lang="en-US" sz="2400" dirty="0"/>
          </a:p>
          <a:p>
            <a:r>
              <a:rPr lang="en-US" sz="2400" dirty="0"/>
              <a:t>Acts as a safety net against high-cost events that can otherwise create significant financial burden.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5CD9F-5D06-D9C1-0890-07C95D53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185E7061-8B5B-4AC0-CCDC-72A5C5512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BC095-7934-E304-9927-D61F250C8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C7909FC-348B-0DFD-B811-F79E17B5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14D639-34F9-BEB1-DE0D-385F9841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4" y="137786"/>
            <a:ext cx="5742909" cy="154070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PROBLEM STATEMENT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3CF5586-5B50-03DC-2137-16DA3EF1E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24" y="2367419"/>
            <a:ext cx="5742909" cy="3858017"/>
          </a:xfrm>
        </p:spPr>
        <p:txBody>
          <a:bodyPr anchor="t">
            <a:normAutofit/>
          </a:bodyPr>
          <a:lstStyle/>
          <a:p>
            <a:r>
              <a:rPr lang="en-IN" sz="2400" dirty="0"/>
              <a:t>Traditional insurance processes are often time-consuming and require customers to visit offices or contact agents for policy information, purchases, and claim updates.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8416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BF1B8-1F7A-0052-117E-DEB40C818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6B0AD28-BD58-15B3-7F73-54893DA8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D697CD-A094-09D2-6F66-7E2ADF38F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5A5441C-72B0-94E0-16CF-CC1F1B50F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04C08E-638D-C2E5-2BF4-35494001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3923" y="137786"/>
            <a:ext cx="4096010" cy="1215025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OBJECTIVE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0CEA59E-D4EB-CEC3-5700-DDC53E1B0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24" y="1979111"/>
            <a:ext cx="5742909" cy="4421689"/>
          </a:xfrm>
        </p:spPr>
        <p:txBody>
          <a:bodyPr anchor="t">
            <a:normAutofit fontScale="92500"/>
          </a:bodyPr>
          <a:lstStyle/>
          <a:p>
            <a:r>
              <a:rPr lang="en-US" sz="2400" dirty="0"/>
              <a:t>To develop a user-friendly Online Insurance Portal.</a:t>
            </a:r>
          </a:p>
          <a:p>
            <a:endParaRPr lang="en-US" sz="2400" dirty="0"/>
          </a:p>
          <a:p>
            <a:r>
              <a:rPr lang="en-US" sz="2400" dirty="0"/>
              <a:t>To allow users to view policy details online</a:t>
            </a:r>
          </a:p>
          <a:p>
            <a:endParaRPr lang="en-US" sz="2400" dirty="0"/>
          </a:p>
          <a:p>
            <a:r>
              <a:rPr lang="en-US" sz="2400" dirty="0"/>
              <a:t>To calculate estimated insurance premiums.</a:t>
            </a:r>
          </a:p>
          <a:p>
            <a:endParaRPr lang="en-US" sz="2400" dirty="0"/>
          </a:p>
          <a:p>
            <a:r>
              <a:rPr lang="en-US" sz="2400" dirty="0"/>
              <a:t>To create a responsive website accessible on desktop and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189901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4FEA8-B765-D4D7-472B-68137F30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FDFC7FB-EA49-1F06-FDC7-28CDABEDD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A811E-F332-81C7-72A5-CD9F745B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C1C9F4E-B5D7-6805-C559-40AB4F74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32942-77D9-D59C-40FF-ADAE8C9B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4" y="137786"/>
            <a:ext cx="5742909" cy="154070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INSURANCE PLANS 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72F4D5-4B37-E58C-278F-97C323AE9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1112" y="1979113"/>
            <a:ext cx="5448821" cy="4246324"/>
          </a:xfrm>
        </p:spPr>
        <p:txBody>
          <a:bodyPr anchor="t">
            <a:normAutofit lnSpcReduction="10000"/>
          </a:bodyPr>
          <a:lstStyle/>
          <a:p>
            <a:endParaRPr lang="en-US" sz="2400" dirty="0"/>
          </a:p>
          <a:p>
            <a:r>
              <a:rPr lang="en-US" sz="2400" dirty="0"/>
              <a:t>Life Insurance</a:t>
            </a:r>
          </a:p>
          <a:p>
            <a:endParaRPr lang="en-US" sz="2400" dirty="0"/>
          </a:p>
          <a:p>
            <a:r>
              <a:rPr lang="en-US" sz="2400" dirty="0"/>
              <a:t>Health Insurance </a:t>
            </a:r>
          </a:p>
          <a:p>
            <a:endParaRPr lang="en-US" sz="2400" dirty="0"/>
          </a:p>
          <a:p>
            <a:r>
              <a:rPr lang="en-US" sz="2400" dirty="0"/>
              <a:t>Vehicle Insurance </a:t>
            </a:r>
          </a:p>
          <a:p>
            <a:endParaRPr lang="en-US" sz="2400" dirty="0"/>
          </a:p>
          <a:p>
            <a:r>
              <a:rPr lang="en-US" sz="2400" dirty="0"/>
              <a:t>Travel Insurance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511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EFFC6-F77D-7976-1475-BBEB49D6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FA9F4C9-54E2-D9F6-6DCA-210CF0386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B9859-7591-7236-74C6-A9AD08852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F5963CB-7E14-3407-C176-2A259211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ED1578-C3ED-94A4-C29D-3CE18E23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4" y="137786"/>
            <a:ext cx="5742909" cy="154070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TECHNOLOGIES USED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9117CCE-B92C-1AF9-4BF5-7308B3E27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24" y="2279737"/>
            <a:ext cx="5742909" cy="5160723"/>
          </a:xfrm>
        </p:spPr>
        <p:txBody>
          <a:bodyPr anchor="t">
            <a:normAutofit/>
          </a:bodyPr>
          <a:lstStyle/>
          <a:p>
            <a:r>
              <a:rPr lang="en-US" sz="2400" dirty="0"/>
              <a:t>Visual Studio Code</a:t>
            </a:r>
          </a:p>
          <a:p>
            <a:r>
              <a:rPr lang="en-US" sz="2400" dirty="0"/>
              <a:t>HTML5</a:t>
            </a:r>
          </a:p>
          <a:p>
            <a:r>
              <a:rPr lang="en-US" sz="2400" dirty="0"/>
              <a:t>CSS3</a:t>
            </a:r>
          </a:p>
          <a:p>
            <a:r>
              <a:rPr lang="en-US" sz="2400" dirty="0"/>
              <a:t>JavaScript</a:t>
            </a:r>
          </a:p>
          <a:p>
            <a:r>
              <a:rPr lang="en-US" sz="2400" dirty="0"/>
              <a:t>Google Chrome Browser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1289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E05AD-A11D-D963-8543-C6E910F8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8A2A536-FE7B-F378-CB1A-586D0FD41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20D56-D337-AD3C-BDAA-FDEC10698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7E8B078-BDB2-E043-8CD9-192520C9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E83F79-DB94-65BD-450E-AAE48C37B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6373" y="137785"/>
            <a:ext cx="5323560" cy="1002083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WEBPAGE FEATURES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35E072-97FB-351E-29EB-5E6CE6980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0" y="15748"/>
            <a:ext cx="6104624" cy="260541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658A19-20EA-A93E-9F12-1AA14B515A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3246" y="1678488"/>
            <a:ext cx="6806624" cy="31941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DC4D0B-397F-BCF7-029A-B125118F89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4" y="4886719"/>
            <a:ext cx="12192000" cy="19941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B8938C-3301-8584-B76C-A850EE44E8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8624" y="2559282"/>
            <a:ext cx="6096000" cy="232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1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76DA4-3E2A-6986-BFC1-504E96A2C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93D1F0C-4F4E-6126-221C-2E1965562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FA05A7-C4CB-BABC-DA46-EE846A31D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4785483-3D91-705F-EE2B-76CEA37CC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5E3261-2D1B-052B-0F8F-DC485CE3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4" y="137786"/>
            <a:ext cx="5742909" cy="154070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  FUTURE SCOPE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812CC9D-45DC-6C1F-8A13-0C35C3A1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024" y="2367419"/>
            <a:ext cx="5742909" cy="3858017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Backend</a:t>
            </a:r>
          </a:p>
          <a:p>
            <a:endParaRPr lang="en-US" sz="2400" dirty="0"/>
          </a:p>
          <a:p>
            <a:r>
              <a:rPr lang="en-US" sz="2400" dirty="0"/>
              <a:t>Database</a:t>
            </a:r>
          </a:p>
          <a:p>
            <a:endParaRPr lang="en-US" sz="2400" dirty="0"/>
          </a:p>
          <a:p>
            <a:r>
              <a:rPr lang="en-US" sz="2400" dirty="0"/>
              <a:t>Payment Gateway</a:t>
            </a:r>
          </a:p>
          <a:p>
            <a:endParaRPr lang="en-US" sz="2400" dirty="0"/>
          </a:p>
          <a:p>
            <a:r>
              <a:rPr lang="en-US" sz="2400" dirty="0"/>
              <a:t>Mobile Application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4676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5ABB3-9912-13D0-B8AA-F6330A71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9154D6E-66A7-4EEF-B59B-9DE00E124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353A10-718F-8F51-CF42-8A7DD816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8423486-2320-E514-ED02-916B81B12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A4E4B2-665B-B772-E859-8F4B95D6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9732" y="137786"/>
            <a:ext cx="4910201" cy="100208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GANTT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85BB27-ED8D-FF1E-13AA-13F6CFF3F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104624" y="1678488"/>
            <a:ext cx="6095998" cy="5179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2139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CBB71-E22F-1A19-2070-B4157482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E69CECE-2AEB-45A8-83AD-95FEBBB6C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79404-FE89-D176-F44A-9F5EDA54E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5739A63B-E6CB-05A7-4386-7F59E844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EFF391-B954-AAC4-C6C1-092936E8F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460" y="137785"/>
            <a:ext cx="4559473" cy="1492231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A19A04-652B-AEF2-9580-720FC3AF4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835" y="2597425"/>
            <a:ext cx="5387099" cy="173603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3200" dirty="0"/>
              <a:t>WE WOULD BE HAPPY TO</a:t>
            </a:r>
          </a:p>
          <a:p>
            <a:pPr marL="36900" indent="0">
              <a:buNone/>
            </a:pPr>
            <a:r>
              <a:rPr lang="en-IN" sz="3200" dirty="0"/>
              <a:t>ANSWER ANY QUESTIONS.</a:t>
            </a:r>
          </a:p>
        </p:txBody>
      </p:sp>
    </p:spTree>
    <p:extLst>
      <p:ext uri="{BB962C8B-B14F-4D97-AF65-F5344CB8AC3E}">
        <p14:creationId xmlns:p14="http://schemas.microsoft.com/office/powerpoint/2010/main" val="2383787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7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8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9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10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{7C5D9E7F-1009-4F70-9A4C-3EB767C95E05}TFe742eee6-54b3-45e8-a03d-f3d997f9b6caf6c338c2_win32-3734725ae7e2</Template>
  <TotalTime>43</TotalTime>
  <Words>169</Words>
  <Application>Microsoft Office PowerPoint</Application>
  <PresentationFormat>Widescreen</PresentationFormat>
  <Paragraphs>56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Goudy Old Style</vt:lpstr>
      <vt:lpstr>Wingdings 2</vt:lpstr>
      <vt:lpstr>SlateVTI</vt:lpstr>
      <vt:lpstr>ONLINE   INSURANCE    PORTAL</vt:lpstr>
      <vt:lpstr>Why Insurance ? </vt:lpstr>
      <vt:lpstr>PROBLEM STATEMENT </vt:lpstr>
      <vt:lpstr>OBJECTIVE </vt:lpstr>
      <vt:lpstr>INSURANCE PLANS  </vt:lpstr>
      <vt:lpstr>TECHNOLOGIES USED </vt:lpstr>
      <vt:lpstr>WEBPAGE FEATURES</vt:lpstr>
      <vt:lpstr>  FUTURE SCOPE</vt:lpstr>
      <vt:lpstr>GANTT CHART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Devashish Paras</dc:creator>
  <cp:lastModifiedBy>Devashish Paras</cp:lastModifiedBy>
  <cp:revision>1</cp:revision>
  <cp:lastPrinted>2026-06-18T18:57:14Z</cp:lastPrinted>
  <dcterms:created xsi:type="dcterms:W3CDTF">2026-06-18T18:14:51Z</dcterms:created>
  <dcterms:modified xsi:type="dcterms:W3CDTF">2026-06-18T18:58:45Z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